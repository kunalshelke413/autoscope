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Rectangles 10"/>
          <p:cNvSpPr/>
          <p:nvPr/>
        </p:nvSpPr>
        <p:spPr>
          <a:xfrm>
            <a:off x="0" y="2728595"/>
            <a:ext cx="12226925" cy="41294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2" name="Rectangles 11"/>
          <p:cNvSpPr/>
          <p:nvPr/>
        </p:nvSpPr>
        <p:spPr>
          <a:xfrm>
            <a:off x="0" y="337185"/>
            <a:ext cx="12192000" cy="239204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>
              <a:ln>
                <a:noFill/>
              </a:ln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0" y="-13970"/>
            <a:ext cx="2164080" cy="351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>
                <a:solidFill>
                  <a:schemeClr val="tx1"/>
                </a:solidFill>
              </a:rPr>
              <a:t>Categorical column</a:t>
            </a:r>
            <a:endParaRPr lang="en-US" altLang="en-GB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59690" y="2806065"/>
            <a:ext cx="2164080" cy="4178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6722745" y="1746885"/>
            <a:ext cx="5193030" cy="46380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5" name="Rectangles 4"/>
          <p:cNvSpPr/>
          <p:nvPr/>
        </p:nvSpPr>
        <p:spPr>
          <a:xfrm>
            <a:off x="-635" y="-13970"/>
            <a:ext cx="12193270" cy="4413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6" name="Rectangles 5"/>
          <p:cNvSpPr/>
          <p:nvPr/>
        </p:nvSpPr>
        <p:spPr>
          <a:xfrm>
            <a:off x="268605" y="672465"/>
            <a:ext cx="6162040" cy="59302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7" name="Rectangles 6"/>
          <p:cNvSpPr/>
          <p:nvPr/>
        </p:nvSpPr>
        <p:spPr>
          <a:xfrm>
            <a:off x="6722745" y="956310"/>
            <a:ext cx="5193665" cy="5676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WPS Presentation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Dell</dc:creator>
  <cp:lastModifiedBy>Dell</cp:lastModifiedBy>
  <cp:revision>3</cp:revision>
  <dcterms:created xsi:type="dcterms:W3CDTF">2025-07-23T00:59:00Z</dcterms:created>
  <dcterms:modified xsi:type="dcterms:W3CDTF">2025-12-13T05:34:06Z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32E898524A9A4B4FAC1A6F73291EEA07_11</vt:lpwstr>
  </property>
  <property fmtid="{D5CDD505-2E9C-101B-9397-08002B2CF9AE}" pid="3" name="KSOProductBuildVer">
    <vt:lpwstr>2057-12.2.0.23158</vt:lpwstr>
  </property>
</Properties>
</file>